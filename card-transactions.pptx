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8E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d-transaction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272142"/>
            <a:ext cx="9144000" cy="6313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